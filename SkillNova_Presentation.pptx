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SKILLNOVA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Driven Personalized Learning &amp; Skill Gap Analyzer</a:t>
            </a:r>
          </a:p>
          <a:p/>
          <a:p>
            <a:r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The Industry Skill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Traditional learning is static; students don't know exactly what the industry demands today.</a:t>
            </a:r>
          </a:p>
          <a:p>
            <a:r>
              <a:t>• Existing platforms offer generic roadmaps without individually testing the user's actual capabilities.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SkillNova AI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A deeply intelligent 'Career Twin' ecosystem.</a:t>
            </a:r>
          </a:p>
          <a:p>
            <a:r>
              <a:t>• It analyzes your exact resume/CGPA, maps your weaknesses, and tests you in real-time.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Frontend: React, Vite, Tailwind CSS, Framer Motion</a:t>
            </a:r>
          </a:p>
          <a:p>
            <a:r>
              <a:t>• Backend Auth: Node.js, Express, JWT Security</a:t>
            </a:r>
          </a:p>
          <a:p>
            <a:r>
              <a:t>• AI Engine: FastAPI (Python), Google Gemini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Registration → Dashboard → Profile Sync → Skill Gap Analysis → Dynamic Roadmap → Practice Battle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Access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End-to-End hashed passwords using BCrypt.</a:t>
            </a:r>
          </a:p>
          <a:p>
            <a:r>
              <a:t>• Secure stateless sessions with JSON Web Tokens (JWT).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Bridge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The central routing matrix of the application.</a:t>
            </a:r>
          </a:p>
          <a:p>
            <a:r>
              <a:t>• Users can launch AI Analysis, Roadmaps, or Battles directly from this seamless hub.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1 - Resume Parsing &amp; Academic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Upload a PDF or input academic CGPA/grades.</a:t>
            </a:r>
          </a:p>
          <a:p>
            <a:r>
              <a:t>• Extracted data is sent to the Python API to find exact technical keywords and frameworks.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2 - Generative AI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Highly complex text structures are sent to Google Gemini 2.0.</a:t>
            </a:r>
          </a:p>
          <a:p>
            <a:r>
              <a:t>• The AI calculates an 'Industry Readiness Score' based on market trends and the user's specific skills.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Fallback Logic Flow (Resilience 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If the Google AI goes down, we built a fallback 'Lexicon Hub' using Regex patterns.</a:t>
            </a:r>
          </a:p>
          <a:p>
            <a:r>
              <a:t>• The system never breaks during a live exam.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3 - Visual Skill Gap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Translates the AI JSON response into visual radar/bar charts.</a:t>
            </a:r>
          </a:p>
          <a:p>
            <a:r>
              <a:t>• Identifies exactly which frameworks the user needs to learn next.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4 - Dynamic Roadmap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Generates a non-linear pathway based securely on the detected skill gaps.</a:t>
            </a:r>
          </a:p>
          <a:p>
            <a:r>
              <a:t>• Provides recommended projects and milestones to reach 'S-Tier Readiness'.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5 - The Practice Battle Arena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A gamified, timed testing environment fetching randomized generative AI questions.</a:t>
            </a:r>
          </a:p>
          <a:p>
            <a:r>
              <a:t>• Uses strict algorithmic matching to verify correct technical answers in 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Accuracy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Converts Battle Accuracy into Core Metrics: Correctness, Clarity, and Depth.</a:t>
            </a:r>
          </a:p>
          <a:p>
            <a:r>
              <a:t>• Provides a highly accurate synthesis summary of your capabilities.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Live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• SkillNova perfectly bridges the gap between static education and dynamic industry requirements.</a:t>
            </a:r>
          </a:p>
          <a:p>
            <a:r>
              <a:t>• Ready for live demonstration.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[ PLACE SCREENSHOT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